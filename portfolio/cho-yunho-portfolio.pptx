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epaa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0"/>
            <a:ext cx="886968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723644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714500"/>
            <a:ext cx="146304" cy="1723644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146304" cy="1723644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143500"/>
            <a:ext cx="146304" cy="1723644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1480"/>
            <a:ext cx="420624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PLATFORM OPERATIONS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766560" cy="1325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151515"/>
                </a:solidFill>
                <a:latin typeface="Apple SD Gothic Neo"/>
              </a:rPr>
              <a:t>반복되는 운영을
줄이고 싶었습니다.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03320"/>
            <a:ext cx="6492240" cy="10241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>
                <a:solidFill>
                  <a:srgbClr val="30363B"/>
                </a:solidFill>
                <a:latin typeface="Apple SD Gothic Neo"/>
              </a:rPr>
              <a:t>처음엔 kubectl, 콘솔, 알림을 왔다 갔다 하는 게 번거로웠습니다. 그래서 자주 하는 일을 묶고, 상태가 남고, 되돌릴 수 있는 도구를 만들었습니다.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21945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Cho YunHo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329184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86068"/>
                </a:solidFill>
                <a:latin typeface="Apple SD Gothic Neo"/>
              </a:rPr>
              <a:t>운영 자동화 · 플랫폼 엔지니어링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5989320"/>
            <a:ext cx="777240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6048756"/>
            <a:ext cx="64922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8" y="5989320"/>
            <a:ext cx="1078992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6048756"/>
            <a:ext cx="95097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Kubernetes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5989320"/>
            <a:ext cx="749808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6048756"/>
            <a:ext cx="621792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9024" y="5989320"/>
            <a:ext cx="859536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6048756"/>
            <a:ext cx="731519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900" b="1">
                <a:solidFill>
                  <a:srgbClr val="151515"/>
                </a:solidFill>
                <a:latin typeface="Inter"/>
              </a:rPr>
              <a:t>Proxmox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8288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STORY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151515"/>
                </a:solidFill>
                <a:latin typeface="Apple SD Gothic Neo"/>
              </a:rPr>
              <a:t>출발점은 단순했습니다.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81381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00" b="1">
                <a:solidFill>
                  <a:srgbClr val="30363B"/>
                </a:solidFill>
                <a:latin typeface="Apple SD Gothic Neo"/>
              </a:rPr>
              <a:t>같은 작업을 두 번 하고 싶지 않았고, 실행한 일은 나중에 확인할 수 있어야 한다고 생각했습니다.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807208"/>
            <a:ext cx="3063240" cy="26060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3063240" cy="2606040"/>
          </a:xfrm>
          <a:prstGeom prst="rect">
            <a:avLst/>
          </a:prstGeom>
          <a:solidFill>
            <a:srgbClr val="E7F4D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944368"/>
            <a:ext cx="914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64696E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3075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K-Le-PaaS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60520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394047"/>
                </a:solidFill>
                <a:latin typeface="Apple SD Gothic Neo"/>
              </a:rPr>
              <a:t>배포, 롤백, 알림, 헬스체크를 한 곳에서 처리하려고 만들었습니다.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2807208"/>
            <a:ext cx="3063240" cy="26060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743200"/>
            <a:ext cx="3063240" cy="2606040"/>
          </a:xfrm>
          <a:prstGeom prst="rect">
            <a:avLst/>
          </a:prstGeom>
          <a:solidFill>
            <a:srgbClr val="E8ED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944368"/>
            <a:ext cx="914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64696E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73075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Heimdall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160520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394047"/>
                </a:solidFill>
                <a:latin typeface="Apple SD Gothic Neo"/>
              </a:rPr>
              <a:t>브랜치가 바뀌면 미리보기 환경이 뜨고, 로그와 롤백이 남게 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7" y="2807208"/>
            <a:ext cx="3063240" cy="260604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2743200"/>
            <a:ext cx="3063240" cy="2606040"/>
          </a:xfrm>
          <a:prstGeom prst="rect">
            <a:avLst/>
          </a:prstGeom>
          <a:solidFill>
            <a:srgbClr val="FFE9E4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1" y="2944368"/>
            <a:ext cx="914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64696E"/>
                </a:solidFill>
                <a:latin typeface="Int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3730752"/>
            <a:ext cx="2468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51515"/>
                </a:solidFill>
                <a:latin typeface="Inter"/>
              </a:rPr>
              <a:t>Gjallar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4160520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394047"/>
                </a:solidFill>
                <a:latin typeface="Apple SD Gothic Neo"/>
              </a:rPr>
              <a:t>VM 운영은 실수 비용이 커서, 추천과 실행을 분리하고 승인 단계를 뒀습니다.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926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PROJECT 01 · K-LE-PAAS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45720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151515"/>
                </a:solidFill>
                <a:latin typeface="Apple SD Gothic Neo"/>
              </a:rPr>
              <a:t>kubectl과 콘솔을
오가는 일을 줄이고
싶었습니다.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452628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30363B"/>
                </a:solidFill>
                <a:latin typeface="Apple SD Gothic Neo"/>
              </a:rPr>
              <a:t>K-Le-PaaS는 GitHub, Kubernetes, NCP, Slack, 모니터링을 FastAPI 백엔드로 묶은 프로젝트입니다. 배포하고, 롤백하고, 상태를 보고, 알림을 받는 일을 한 흐름으로 줄였습니다.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443484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730752"/>
            <a:ext cx="54864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2F9D62"/>
                </a:solidFill>
                <a:latin typeface="Apple SD Gothic Neo"/>
              </a:rPr>
              <a:t>불편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12464"/>
            <a:ext cx="34290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394047"/>
                </a:solidFill>
                <a:latin typeface="Apple SD Gothic Neo"/>
              </a:rPr>
              <a:t>명령어, 콘솔, 알림이 따로 있어서 매번 확인할 곳이 많았습니다.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270248"/>
            <a:ext cx="443484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89120"/>
            <a:ext cx="54864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2F9D62"/>
                </a:solidFill>
                <a:latin typeface="Apple SD Gothic Neo"/>
              </a:rPr>
              <a:t>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70832"/>
            <a:ext cx="34290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394047"/>
                </a:solidFill>
                <a:latin typeface="Apple SD Gothic Neo"/>
              </a:rPr>
              <a:t>자연어 명령, Webhook, Kubernetes/NCP 작업, Slack 알림을 백엔드로 묶었습니다.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928616"/>
            <a:ext cx="443484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047488"/>
            <a:ext cx="548640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2F9D62"/>
                </a:solidFill>
                <a:latin typeface="Apple SD Gothic Neo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29200"/>
            <a:ext cx="34290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394047"/>
                </a:solidFill>
                <a:latin typeface="Apple SD Gothic Neo"/>
              </a:rPr>
              <a:t>누가 무엇을 실행했는지 남고, 같은 운영 작업을 더 짧게 처리할 수 있게 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1848" y="1207008"/>
            <a:ext cx="5989320" cy="4069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1143000"/>
            <a:ext cx="598932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lepaa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43000"/>
            <a:ext cx="5989320" cy="33741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0" y="4681728"/>
            <a:ext cx="274320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586068"/>
                </a:solidFill>
                <a:latin typeface="Inter"/>
              </a:rPr>
              <a:t>K-Le-PaaS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28232"/>
            <a:ext cx="5120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586068"/>
                </a:solidFill>
                <a:latin typeface="Inter"/>
              </a:rPr>
              <a:t>github.com/K-Le-PaaS/backend-hybrid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6428232"/>
            <a:ext cx="5852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586068"/>
                </a:solidFill>
                <a:latin typeface="Inter"/>
              </a:rPr>
              <a:t>FastAPI · Kubernetes · NCP · Slack · Gemini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PROJECT 02 · HEIMDALL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768096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151515"/>
                </a:solidFill>
                <a:latin typeface="Apple SD Gothic Neo"/>
              </a:rPr>
              <a:t>푸시한 뒤
“어디서 확인하지?”를
없애고 싶었습니다.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78408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30363B"/>
                </a:solidFill>
                <a:latin typeface="Apple SD Gothic Neo"/>
              </a:rPr>
              <a:t>Heimdall은 GitHub/GitLab 프로젝트를 등록해두면 브랜치 변경을 감지하고, Docker 기반 미리보기 환경을 띄워주는 배포 매니저입니다. 상태, 로그, 히스토리, 롤백까지 한 화면에서 확인하게 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프로젝트와 브랜치를 한 번 등록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8727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9312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Webhook을 받으면 Docker 이미지 빌드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URL, 상태, 로그를 바로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1432" y="3127248"/>
            <a:ext cx="2240280" cy="1572768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07424" y="3063240"/>
            <a:ext cx="22402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72016" y="3273552"/>
            <a:ext cx="329184" cy="329184"/>
          </a:xfrm>
          <a:prstGeom prst="rect">
            <a:avLst/>
          </a:prstGeom>
          <a:solidFill>
            <a:srgbClr val="E7AE35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3319272"/>
            <a:ext cx="329184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>
                <a:solidFill>
                  <a:srgbClr val="151515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3822191"/>
            <a:ext cx="16459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Inter"/>
              </a:rPr>
              <a:t>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4133087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문제 있으면 이전 이미지로 되돌림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74920"/>
            <a:ext cx="10744200" cy="676656"/>
          </a:xfrm>
          <a:prstGeom prst="rect">
            <a:avLst/>
          </a:prstGeom>
          <a:solidFill>
            <a:srgbClr val="10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85232"/>
            <a:ext cx="91440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제품 관점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5257800"/>
            <a:ext cx="88696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E1E7E2"/>
                </a:solidFill>
                <a:latin typeface="Apple SD Gothic Neo"/>
              </a:rPr>
              <a:t>코드를 올린 뒤 결과를 따로 찾아다니지 않고, 지금 어떤 버전이 떠 있는지와 되돌릴 수 있는지를 바로 보게 만들었습니다.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5120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586068"/>
                </a:solidFill>
                <a:latin typeface="Inter"/>
              </a:rPr>
              <a:t>github.com/CodingPenguin-yoon/Heimdall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6428232"/>
            <a:ext cx="5852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586068"/>
                </a:solidFill>
                <a:latin typeface="Inter"/>
              </a:rPr>
              <a:t>FastAPI · React/Vite · Docker · PostgreSQL · Webhook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5603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PROJECT 03 · GJALLAR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804672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151515"/>
                </a:solidFill>
                <a:latin typeface="Apple SD Gothic Neo"/>
              </a:rPr>
              <a:t>위험한 작업은
한 번 더 멈추게
하고 싶었습니다.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6926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30363B"/>
                </a:solidFill>
                <a:latin typeface="Apple SD Gothic Neo"/>
              </a:rPr>
              <a:t>Gjallar는 Proxmox 운영을 다루려고 만든 콘솔입니다. VM 이동 같은 작업은 자동으로 바로 실행하기보다, 현재 상태를 보고 추천을 만들고, 승인한 뒤에만 실행되게 나눴습니다.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127248"/>
            <a:ext cx="3063240" cy="1783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63240"/>
            <a:ext cx="3063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" y="3273552"/>
            <a:ext cx="822960" cy="22860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323844"/>
            <a:ext cx="749808" cy="73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822191"/>
            <a:ext cx="21945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Inter"/>
              </a:rPr>
              <a:t>상태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160520"/>
            <a:ext cx="2606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VM, node, storage, HA, task 상태를 Proxmox에서 먼저 읽습니다.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3127248"/>
            <a:ext cx="3063240" cy="1783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063240"/>
            <a:ext cx="3063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3712" y="3273552"/>
            <a:ext cx="822960" cy="22860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323844"/>
            <a:ext cx="749808" cy="73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151515"/>
                </a:solidFill>
                <a:latin typeface="Inter"/>
              </a:rPr>
              <a:t>Suggest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822191"/>
            <a:ext cx="21945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Inter"/>
              </a:rPr>
              <a:t>추천 만들기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160520"/>
            <a:ext cx="2606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CPU/Memory, 정책, 리스크를 보고 이동해도 되는지 판단합니다.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3127248"/>
            <a:ext cx="3063240" cy="1783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3063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57031" y="3273552"/>
            <a:ext cx="822960" cy="22860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3323844"/>
            <a:ext cx="749808" cy="73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822191"/>
            <a:ext cx="21945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Inter"/>
              </a:rPr>
              <a:t>승인 후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160520"/>
            <a:ext cx="2606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실행은 승인과 live check를 통과한 job에서만 진행합니다.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85232"/>
            <a:ext cx="10744200" cy="548640"/>
          </a:xfrm>
          <a:prstGeom prst="rect">
            <a:avLst/>
          </a:prstGeom>
          <a:solidFill>
            <a:srgbClr val="10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91440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제품 관점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5431536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E1E7E2"/>
                </a:solidFill>
                <a:latin typeface="Apple SD Gothic Neo"/>
              </a:rPr>
              <a:t>자동으로 다 해주는 것보다, 실수하면 큰 작업은 사람이 확인하고 승인할 수 있게 만드는 쪽에 집중했습니다.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28232"/>
            <a:ext cx="5120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586068"/>
                </a:solidFill>
                <a:latin typeface="Inter"/>
              </a:rPr>
              <a:t>github.com/CodingPenguin-yoon/Gjallar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28232"/>
            <a:ext cx="5852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586068"/>
                </a:solidFill>
                <a:latin typeface="Inter"/>
              </a:rPr>
              <a:t>FastAPI · React · Proxmox API · Alembic · PostgreSQL ·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926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CAPABILITY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932688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400" b="1">
                <a:solidFill>
                  <a:srgbClr val="151515"/>
                </a:solidFill>
                <a:latin typeface="Apple SD Gothic Neo"/>
              </a:rPr>
              <a:t>제가 만든 것들의 공통점은
반복 작업을 줄이는 것입니다.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2578608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14600"/>
            <a:ext cx="4709160" cy="73152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770632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자주 하는 일 묶기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099816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배포, 롤백, 알림, 상태 확인처럼 반복되는 일을 한 화면과 API로 묶습니다.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2578608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2514600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2514600"/>
            <a:ext cx="4709160" cy="73152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7" y="2770632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결과 남기기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3099816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실행한 일의 로그, 히스토리, 현재 상태를 남겨 나중에 다시 볼 수 있게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4151376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87368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4709160" cy="73152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34340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위험한 일 멈추기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672583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VM 이동처럼 실수 비용이 큰 일은 바로 실행하지 않고 확인과 승인을 거치게 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4151376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4087368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79" y="4087368"/>
            <a:ext cx="4709160" cy="73152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7" y="434340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도구 사이 간격 줄이기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7" y="4672583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kubectl, Proxmox, NCP, Slack처럼 떨어진 도구를 사용 흐름에 맞게 연결합니다.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6459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8EE0AD"/>
                </a:solidFill>
                <a:latin typeface="Inter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777240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88000"/>
              </a:lnSpc>
            </a:pPr>
            <a:r>
              <a:rPr sz="3700" b="1">
                <a:solidFill>
                  <a:srgbClr val="FFFFFF"/>
                </a:solidFill>
                <a:latin typeface="Apple SD Gothic Neo"/>
              </a:rPr>
              <a:t>자동화는 결국
사람이 덜 헷갈리게
만드는 일이라고
생각합니다.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24528"/>
            <a:ext cx="84124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E0E8E2"/>
                </a:solidFill>
                <a:latin typeface="Apple SD Gothic Neo"/>
              </a:rPr>
              <a:t>K-Le-PaaS, Heimdall, Gjallar는 모두 같은 불편함에서 시작했습니다. 매번 반복하는 일을 줄이고, 결과를 남기고, 위험한 일은 한 번 더 확인하게 만드는 것. 그런 도구를 계속 만들고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715000"/>
            <a:ext cx="4663440" cy="566928"/>
          </a:xfrm>
          <a:prstGeom prst="rect">
            <a:avLst/>
          </a:prstGeom>
          <a:solidFill>
            <a:srgbClr val="102019"/>
          </a:solidFill>
          <a:ln w="1905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5843016"/>
            <a:ext cx="822960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8EE0AD"/>
                </a:solidFill>
                <a:latin typeface="Inter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815584"/>
            <a:ext cx="338328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github.com/CodingPenguin-yoon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715000"/>
            <a:ext cx="4663440" cy="566928"/>
          </a:xfrm>
          <a:prstGeom prst="rect">
            <a:avLst/>
          </a:prstGeom>
          <a:solidFill>
            <a:srgbClr val="102019"/>
          </a:solidFill>
          <a:ln w="1905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5843016"/>
            <a:ext cx="822960" cy="91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>
                <a:solidFill>
                  <a:srgbClr val="8EE0AD"/>
                </a:solidFill>
                <a:latin typeface="Inter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815584"/>
            <a:ext cx="3383280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K-Le-PaaS · Heimdall · Gjallar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