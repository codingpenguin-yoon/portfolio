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epaa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0"/>
            <a:ext cx="886968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723644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714500"/>
            <a:ext cx="146304" cy="1723644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46304" cy="1723644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143500"/>
            <a:ext cx="146304" cy="1723644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"/>
            <a:ext cx="42062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PLATFORM OPERATIONS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76656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151515"/>
                </a:solidFill>
                <a:latin typeface="Apple SD Gothic Neo"/>
              </a:rPr>
              <a:t>반복되는 운영을
줄이고 싶었습니다.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03320"/>
            <a:ext cx="6492240" cy="10241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>
                <a:solidFill>
                  <a:srgbClr val="30363B"/>
                </a:solidFill>
                <a:latin typeface="Apple SD Gothic Neo"/>
              </a:rPr>
              <a:t>처음엔 kubectl, 콘솔, 알림을 왔다 갔다 하는 게 번거로웠습니다. 그래서 자주 하는 일을 묶고, 상태가 남고, 되돌릴 수 있는 도구를 만들었습니다.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21945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Cho YunHo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3291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86068"/>
                </a:solidFill>
                <a:latin typeface="Apple SD Gothic Neo"/>
              </a:rPr>
              <a:t>운영 자동화 · 플랫폼 엔지니어링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5989320"/>
            <a:ext cx="777240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6048756"/>
            <a:ext cx="64922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8" y="5989320"/>
            <a:ext cx="1078992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6048756"/>
            <a:ext cx="95097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5989320"/>
            <a:ext cx="749808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6048756"/>
            <a:ext cx="621792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9024" y="5989320"/>
            <a:ext cx="859536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6048756"/>
            <a:ext cx="731519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Proxmox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