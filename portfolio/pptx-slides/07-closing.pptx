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0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66560"/>
            <a:ext cx="3057067" cy="91440"/>
          </a:xfrm>
          <a:prstGeom prst="rect">
            <a:avLst/>
          </a:prstGeom>
          <a:solidFill>
            <a:srgbClr val="2F9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7923" y="6766560"/>
            <a:ext cx="3057067" cy="91440"/>
          </a:xfrm>
          <a:prstGeom prst="rect">
            <a:avLst/>
          </a:prstGeom>
          <a:solidFill>
            <a:srgbClr val="2756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5847" y="6766560"/>
            <a:ext cx="3057067" cy="91440"/>
          </a:xfrm>
          <a:prstGeom prst="rect">
            <a:avLst/>
          </a:prstGeom>
          <a:solidFill>
            <a:srgbClr val="D94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3771" y="6766560"/>
            <a:ext cx="3057067" cy="91440"/>
          </a:xfrm>
          <a:prstGeom prst="rect">
            <a:avLst/>
          </a:prstGeom>
          <a:solidFill>
            <a:srgbClr val="E7A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502920"/>
            <a:ext cx="1645920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200" b="1">
                <a:solidFill>
                  <a:srgbClr val="8EE0AD"/>
                </a:solidFill>
                <a:latin typeface="Inter"/>
              </a:rPr>
              <a:t>CLOSING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005840"/>
            <a:ext cx="7772400" cy="23774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88000"/>
              </a:lnSpc>
            </a:pPr>
            <a:r>
              <a:rPr sz="3700" b="1">
                <a:solidFill>
                  <a:srgbClr val="FFFFFF"/>
                </a:solidFill>
                <a:latin typeface="Apple SD Gothic Neo"/>
              </a:rPr>
              <a:t>자동화는 결국
사람이 덜 헷갈리게
만드는 일이라고
생각합니다.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4224528"/>
            <a:ext cx="8412480" cy="7315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600" b="1">
                <a:solidFill>
                  <a:srgbClr val="E0E8E2"/>
                </a:solidFill>
                <a:latin typeface="Apple SD Gothic Neo"/>
              </a:rPr>
              <a:t>K-Le-PaaS, Heimdall, Gjallar는 모두 같은 불편함에서 시작했습니다. 매번 반복하는 일을 줄이고, 결과를 남기고, 위험한 일은 한 번 더 확인하게 만드는 것. 그런 도구를 계속 만들고 있습니다.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5715000"/>
            <a:ext cx="4663440" cy="566928"/>
          </a:xfrm>
          <a:prstGeom prst="rect">
            <a:avLst/>
          </a:prstGeom>
          <a:solidFill>
            <a:srgbClr val="102019"/>
          </a:solidFill>
          <a:ln w="19050">
            <a:solidFill>
              <a:srgbClr val="D2E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" y="5843016"/>
            <a:ext cx="822960" cy="914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1">
                <a:solidFill>
                  <a:srgbClr val="8EE0AD"/>
                </a:solidFill>
                <a:latin typeface="Inter"/>
              </a:rPr>
              <a:t>GITHUB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5815584"/>
            <a:ext cx="3383280" cy="12801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Inter"/>
              </a:rPr>
              <a:t>github.com/CodingPenguin-yoon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5715000"/>
            <a:ext cx="4663440" cy="566928"/>
          </a:xfrm>
          <a:prstGeom prst="rect">
            <a:avLst/>
          </a:prstGeom>
          <a:solidFill>
            <a:srgbClr val="102019"/>
          </a:solidFill>
          <a:ln w="19050">
            <a:solidFill>
              <a:srgbClr val="D2E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36792" y="5843016"/>
            <a:ext cx="822960" cy="914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1">
                <a:solidFill>
                  <a:srgbClr val="8EE0AD"/>
                </a:solidFill>
                <a:latin typeface="Inter"/>
              </a:rPr>
              <a:t>PROJECTS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0" y="5815584"/>
            <a:ext cx="3383280" cy="12801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Inter"/>
              </a:rPr>
              <a:t>K-Le-PaaS · Heimdall · Gjallar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