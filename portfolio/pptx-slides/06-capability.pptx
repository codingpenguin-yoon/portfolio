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92608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CAPABILITY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0120"/>
            <a:ext cx="932688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400" b="1">
                <a:solidFill>
                  <a:srgbClr val="151515"/>
                </a:solidFill>
                <a:latin typeface="Apple SD Gothic Neo"/>
              </a:rPr>
              <a:t>제가 만든 것들의 공통점은
반복 작업을 줄이는 것입니다.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2578608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14600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14600"/>
            <a:ext cx="4709160" cy="73152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770632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자주 하는 일 묶기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099816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배포, 롤백, 알림, 상태 확인처럼 반복되는 일을 한 화면과 API로 묶습니다.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578608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79" y="2514600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2514600"/>
            <a:ext cx="4709160" cy="73152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7" y="2770632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결과 남기기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3099816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실행한 일의 로그, 히스토리, 현재 상태를 남겨 나중에 다시 볼 수 있게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7" y="4151376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87368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4709160" cy="73152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34340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위험한 일 멈추기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672583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VM 이동처럼 실수 비용이 큰 일은 바로 실행하지 않고 확인과 승인을 거치게 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4151376"/>
            <a:ext cx="4709160" cy="1078992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4087368"/>
            <a:ext cx="470916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79" y="4087368"/>
            <a:ext cx="4709160" cy="73152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7" y="4343400"/>
            <a:ext cx="2286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Apple SD Gothic Neo"/>
              </a:rPr>
              <a:t>도구 사이 간격 줄이기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7" y="4672583"/>
            <a:ext cx="4160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kubectl, Proxmox, NCP, Slack처럼 떨어진 도구를 사용 흐름에 맞게 연결합니다.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