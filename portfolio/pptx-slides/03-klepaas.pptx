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926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PROJECT 01 · K-LE-PAAS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45720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151515"/>
                </a:solidFill>
                <a:latin typeface="Apple SD Gothic Neo"/>
              </a:rPr>
              <a:t>kubectl과 콘솔을
오가는 일을 줄이고
싶었습니다.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452628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30363B"/>
                </a:solidFill>
                <a:latin typeface="Apple SD Gothic Neo"/>
              </a:rPr>
              <a:t>K-Le-PaaS는 GitHub, Kubernetes, NCP, Slack, 모니터링을 FastAPI 백엔드로 묶은 프로젝트입니다. 배포하고, 롤백하고, 상태를 보고, 알림을 받는 일을 한 흐름으로 줄였습니다.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443484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54864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2F9D62"/>
                </a:solidFill>
                <a:latin typeface="Apple SD Gothic Neo"/>
              </a:rPr>
              <a:t>불편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2464"/>
            <a:ext cx="34290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394047"/>
                </a:solidFill>
                <a:latin typeface="Apple SD Gothic Neo"/>
              </a:rPr>
              <a:t>명령어, 콘솔, 알림이 따로 있어서 매번 확인할 곳이 많았습니다.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270248"/>
            <a:ext cx="443484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89120"/>
            <a:ext cx="54864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2F9D62"/>
                </a:solidFill>
                <a:latin typeface="Apple SD Gothic Neo"/>
              </a:rPr>
              <a:t>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70832"/>
            <a:ext cx="34290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394047"/>
                </a:solidFill>
                <a:latin typeface="Apple SD Gothic Neo"/>
              </a:rPr>
              <a:t>자연어 명령, Webhook, Kubernetes/NCP 작업, Slack 알림을 백엔드로 묶었습니다.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928616"/>
            <a:ext cx="443484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047488"/>
            <a:ext cx="54864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2F9D62"/>
                </a:solidFill>
                <a:latin typeface="Apple SD Gothic Neo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29200"/>
            <a:ext cx="34290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394047"/>
                </a:solidFill>
                <a:latin typeface="Apple SD Gothic Neo"/>
              </a:rPr>
              <a:t>누가 무엇을 실행했는지 남고, 같은 운영 작업을 더 짧게 처리할 수 있게 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1848" y="1207008"/>
            <a:ext cx="5989320" cy="4069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1143000"/>
            <a:ext cx="598932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lepaa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43000"/>
            <a:ext cx="5989320" cy="33741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0" y="4681728"/>
            <a:ext cx="274320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586068"/>
                </a:solidFill>
                <a:latin typeface="Inter"/>
              </a:rPr>
              <a:t>K-Le-PaaS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5120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586068"/>
                </a:solidFill>
                <a:latin typeface="Inter"/>
              </a:rPr>
              <a:t>github.com/K-Le-PaaS/backend-hybrid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6428232"/>
            <a:ext cx="5852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586068"/>
                </a:solidFill>
                <a:latin typeface="Inter"/>
              </a:rPr>
              <a:t>FastAPI · Kubernetes · NCP · Slack · Gemini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