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3057067" cy="9144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6766560"/>
            <a:ext cx="3057067" cy="91440"/>
          </a:xfrm>
          <a:prstGeom prst="rect">
            <a:avLst/>
          </a:prstGeom>
          <a:solidFill>
            <a:srgbClr val="275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6766560"/>
            <a:ext cx="3057067" cy="9144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6766560"/>
            <a:ext cx="3057067" cy="9144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25603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>
                <a:solidFill>
                  <a:srgbClr val="2F9D62"/>
                </a:solidFill>
                <a:latin typeface="Inter"/>
              </a:rPr>
              <a:t>PROJECT 03 · GJALLAR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32688"/>
            <a:ext cx="804672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90000"/>
              </a:lnSpc>
            </a:pPr>
            <a:r>
              <a:rPr sz="3100" b="1">
                <a:solidFill>
                  <a:srgbClr val="151515"/>
                </a:solidFill>
                <a:latin typeface="Apple SD Gothic Neo"/>
              </a:rPr>
              <a:t>위험한 작업은
한 번 더 멈추게
하고 싶었습니다.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9692640" cy="6583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>
                <a:solidFill>
                  <a:srgbClr val="30363B"/>
                </a:solidFill>
                <a:latin typeface="Apple SD Gothic Neo"/>
              </a:rPr>
              <a:t>Gjallar는 Proxmox 운영을 다루려고 만든 콘솔입니다. VM 이동 같은 작업은 자동으로 바로 실행하기보다, 현재 상태를 보고 추천을 만들고, 승인한 뒤에만 실행되게 나눴습니다.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3273552"/>
            <a:ext cx="822960" cy="228600"/>
          </a:xfrm>
          <a:prstGeom prst="rect">
            <a:avLst/>
          </a:prstGeom>
          <a:solidFill>
            <a:srgbClr val="2F9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상태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VM, node, storage, HA, task 상태를 Proxmox에서 먼저 읽습니다.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5312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3712" y="3273552"/>
            <a:ext cx="822960" cy="228600"/>
          </a:xfrm>
          <a:prstGeom prst="rect">
            <a:avLst/>
          </a:prstGeom>
          <a:solidFill>
            <a:srgbClr val="E7A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151515"/>
                </a:solidFill>
                <a:latin typeface="Inter"/>
              </a:rPr>
              <a:t>Suggest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추천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CPU/Memory, 정책, 리스크를 보고 이동해도 되는지 판단합니다.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3127248"/>
            <a:ext cx="3063240" cy="17830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30632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57031" y="3273552"/>
            <a:ext cx="822960" cy="228600"/>
          </a:xfrm>
          <a:prstGeom prst="rect">
            <a:avLst/>
          </a:prstGeom>
          <a:solidFill>
            <a:srgbClr val="D9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3323844"/>
            <a:ext cx="749808" cy="731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Inter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3822191"/>
            <a:ext cx="2194560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>
                <a:solidFill>
                  <a:srgbClr val="151515"/>
                </a:solidFill>
                <a:latin typeface="Inter"/>
              </a:rPr>
              <a:t>승인 후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160520"/>
            <a:ext cx="26060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>
                <a:solidFill>
                  <a:srgbClr val="394047"/>
                </a:solidFill>
                <a:latin typeface="Apple SD Gothic Neo"/>
              </a:rPr>
              <a:t>실행은 승인과 live check를 통과한 job에서만 진행합니다.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85232"/>
            <a:ext cx="10744200" cy="548640"/>
          </a:xfrm>
          <a:prstGeom prst="rect">
            <a:avLst/>
          </a:prstGeom>
          <a:solidFill>
            <a:srgbClr val="102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58968"/>
            <a:ext cx="914400" cy="137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ple SD Gothic Neo"/>
              </a:rPr>
              <a:t>제품 관점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5431536"/>
            <a:ext cx="85953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100" b="1">
                <a:solidFill>
                  <a:srgbClr val="E1E7E2"/>
                </a:solidFill>
                <a:latin typeface="Apple SD Gothic Neo"/>
              </a:rPr>
              <a:t>자동으로 다 해주는 것보다, 실수하면 큰 작업은 사람이 확인하고 승인할 수 있게 만드는 쪽에 집중했습니다.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28232"/>
            <a:ext cx="512064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900" b="1">
                <a:solidFill>
                  <a:srgbClr val="586068"/>
                </a:solidFill>
                <a:latin typeface="Inter"/>
              </a:rPr>
              <a:t>github.com/CodingPenguin-yoon/Gjallar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28232"/>
            <a:ext cx="58521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900" b="1">
                <a:solidFill>
                  <a:srgbClr val="586068"/>
                </a:solidFill>
                <a:latin typeface="Inter"/>
              </a:rPr>
              <a:t>FastAPI · React · Proxmox API · Alembic · PostgreSQL ·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