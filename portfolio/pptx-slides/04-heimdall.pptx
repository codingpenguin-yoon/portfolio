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PROJECT 02 · HEIMDALL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768096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151515"/>
                </a:solidFill>
                <a:latin typeface="Apple SD Gothic Neo"/>
              </a:rPr>
              <a:t>푸시한 뒤
“어디서 확인하지?”를
없애고 싶었습니다.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78408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30363B"/>
                </a:solidFill>
                <a:latin typeface="Apple SD Gothic Neo"/>
              </a:rPr>
              <a:t>Heimdall은 GitHub/GitLab 프로젝트를 등록해두면 브랜치 변경을 감지하고, Docker 기반 미리보기 환경을 띄워주는 배포 매니저입니다. 상태, 로그, 히스토리, 롤백까지 한 화면에서 확인하게 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프로젝트와 브랜치를 한 번 등록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8727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9312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Webhook을 받으면 Docker 이미지 빌드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URL, 상태, 로그를 바로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1432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07424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문제 있으면 이전 이미지로 되돌림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74920"/>
            <a:ext cx="10744200" cy="676656"/>
          </a:xfrm>
          <a:prstGeom prst="rect">
            <a:avLst/>
          </a:prstGeom>
          <a:solidFill>
            <a:srgbClr val="10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85232"/>
            <a:ext cx="91440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제품 관점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5257800"/>
            <a:ext cx="88696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E1E7E2"/>
                </a:solidFill>
                <a:latin typeface="Apple SD Gothic Neo"/>
              </a:rPr>
              <a:t>코드를 올린 뒤 결과를 따로 찾아다니지 않고, 지금 어떤 버전이 떠 있는지와 되돌릴 수 있는지를 바로 보게 만들었습니다.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5120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586068"/>
                </a:solidFill>
                <a:latin typeface="Inter"/>
              </a:rPr>
              <a:t>github.com/CodingPenguin-yoon/Heimdall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6428232"/>
            <a:ext cx="5852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586068"/>
                </a:solidFill>
                <a:latin typeface="Inter"/>
              </a:rPr>
              <a:t>FastAPI · React/Vite · Docker · PostgreSQL · Webhook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