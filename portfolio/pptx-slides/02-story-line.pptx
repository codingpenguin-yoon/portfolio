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8288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STORY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151515"/>
                </a:solidFill>
                <a:latin typeface="Apple SD Gothic Neo"/>
              </a:rPr>
              <a:t>출발점은 단순했습니다.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81381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30363B"/>
                </a:solidFill>
                <a:latin typeface="Apple SD Gothic Neo"/>
              </a:rPr>
              <a:t>같은 작업을 두 번 하고 싶지 않았고, 실행한 일은 나중에 확인할 수 있어야 한다고 생각했습니다.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807208"/>
            <a:ext cx="3063240" cy="260604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3063240" cy="2606040"/>
          </a:xfrm>
          <a:prstGeom prst="rect">
            <a:avLst/>
          </a:prstGeom>
          <a:solidFill>
            <a:srgbClr val="E7F4D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944368"/>
            <a:ext cx="9144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64696E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730752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51515"/>
                </a:solidFill>
                <a:latin typeface="Inter"/>
              </a:rPr>
              <a:t>K-Le-PaaS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160520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394047"/>
                </a:solidFill>
                <a:latin typeface="Apple SD Gothic Neo"/>
              </a:rPr>
              <a:t>배포, 롤백, 알림, 헬스체크를 한 곳에서 처리하려고 만들었습니다.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8" y="2807208"/>
            <a:ext cx="3063240" cy="260604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743200"/>
            <a:ext cx="3063240" cy="2606040"/>
          </a:xfrm>
          <a:prstGeom prst="rect">
            <a:avLst/>
          </a:prstGeom>
          <a:solidFill>
            <a:srgbClr val="E8ED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944368"/>
            <a:ext cx="9144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64696E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730752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51515"/>
                </a:solidFill>
                <a:latin typeface="Inter"/>
              </a:rPr>
              <a:t>Heimdall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160520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394047"/>
                </a:solidFill>
                <a:latin typeface="Apple SD Gothic Neo"/>
              </a:rPr>
              <a:t>브랜치가 바뀌면 미리보기 환경이 뜨고, 로그와 롤백이 남게 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7" y="2807208"/>
            <a:ext cx="3063240" cy="260604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9" y="2743200"/>
            <a:ext cx="3063240" cy="2606040"/>
          </a:xfrm>
          <a:prstGeom prst="rect">
            <a:avLst/>
          </a:prstGeom>
          <a:solidFill>
            <a:srgbClr val="FFE9E4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1" y="2944368"/>
            <a:ext cx="9144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64696E"/>
                </a:solidFill>
                <a:latin typeface="Inte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1" y="3730752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51515"/>
                </a:solidFill>
                <a:latin typeface="Inter"/>
              </a:rPr>
              <a:t>Gjallar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4160520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394047"/>
                </a:solidFill>
                <a:latin typeface="Apple SD Gothic Neo"/>
              </a:rPr>
              <a:t>VM 운영은 실수 비용이 커서, 추천과 실행을 분리하고 승인 단계를 뒀습니다.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